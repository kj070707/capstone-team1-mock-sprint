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>
        <p:scale>
          <a:sx n="174" d="100"/>
          <a:sy n="174" d="100"/>
        </p:scale>
        <p:origin x="-992" y="-2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920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</a:rPr>
              <a:t>Building a Feature,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97180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BD5E1"/>
                </a:solidFill>
              </a:rPr>
              <a:t>The “Notes” walkthrough — users create and see only their own notes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Every code block on these slides was compiled, tested, and verified against a real Firebase project — including the create-note form the original version of this tutorial was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Copy-paste version: docs/COPY-PASTE-FEATURE.md  ·  Full record: docs/TUTORIAL-WALKTHROUGH.md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Three steps for every feature — plus one optional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84832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Define the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Type · typed collection · security rules · schema doc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63824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99232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Write the mutation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A Server Action: requireAuth → Zod → ActionResult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42816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78224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Show the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Form to add notes + a live list to see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218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57216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API endpoint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Express route + tests, only if server-to-server logic is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Before starting: pnpm run dev running against your real Firebase project, and a signed-in test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TypeScript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Append to the shared Firestore types — the single place types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9494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3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3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300" b="1" dirty="0">
                <a:solidFill>
                  <a:srgbClr val="F59E0B"/>
                </a:solidFill>
                <a:latin typeface="Courier New"/>
              </a:rPr>
              <a:t>/types/</a:t>
            </a:r>
            <a:r>
              <a:rPr sz="1300" b="1" dirty="0" err="1">
                <a:solidFill>
                  <a:srgbClr val="F59E0B"/>
                </a:solidFill>
                <a:latin typeface="Courier New"/>
              </a:rPr>
              <a:t>firestore.ts</a:t>
            </a:r>
            <a:r>
              <a:rPr sz="1300" b="1" dirty="0">
                <a:solidFill>
                  <a:srgbClr val="F59E0B"/>
                </a:solidFill>
                <a:latin typeface="Courier New"/>
              </a:rPr>
              <a:t>  (append)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export interface Note {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id: string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: string  // owner — used by security rules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title: string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body: string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createdAt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: Timestamp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updatedAt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: Timestamp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_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schemaVersion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: 1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uid ties every note to its owner — rules and queries both key on it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_schemaVersion is mandatory on every collection (enables lazy migration via /evolve-schema)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Timestamps come from Firestore, not JS 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typed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Follow the existing getUsersCollection() pattern — function-style, lazy client init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9494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3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3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300" b="1" dirty="0">
                <a:solidFill>
                  <a:srgbClr val="F59E0B"/>
                </a:solidFill>
                <a:latin typeface="Courier New"/>
              </a:rPr>
              <a:t>/lib/firebase/</a:t>
            </a:r>
            <a:r>
              <a:rPr sz="1300" b="1" dirty="0" err="1">
                <a:solidFill>
                  <a:srgbClr val="F59E0B"/>
                </a:solidFill>
                <a:latin typeface="Courier New"/>
              </a:rPr>
              <a:t>firestore.ts</a:t>
            </a:r>
            <a:r>
              <a:rPr sz="1300" b="1" dirty="0">
                <a:solidFill>
                  <a:srgbClr val="F59E0B"/>
                </a:solidFill>
                <a:latin typeface="Courier New"/>
              </a:rPr>
              <a:t>  (append)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import type { Note,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UserProfile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} from '@/types/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firestore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export function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getNotesCollection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return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typedCollection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&lt;Note&gt;('notes')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export function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noteDoc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(id: string) {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return doc(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getNotesCollection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(), id)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Everything that touches the 'notes' collection goes through this — one place, fully typed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typedCollection is module-private on purpose; collections are exposed as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Security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The last line of defence — assume the client is hostile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000" b="1" dirty="0">
                <a:solidFill>
                  <a:srgbClr val="F59E0B"/>
                </a:solidFill>
                <a:latin typeface="Courier New"/>
              </a:rPr>
              <a:t>firebase/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firestore.rules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  (add above the marker comment)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match /notes/{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} 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allow read: if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isAuthenticated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isOwner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resource.data.uid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       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notDeleted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allow create: if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isAuthenticated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isOwner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request.resource.data.uid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request.resource.data.keys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().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hasOnly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   ['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','title','body','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createdAt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','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updatedAt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','_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schemaVersion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']);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allow update: if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isAuthenticated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isOwner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resource.data.uid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request.resource.data.uid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==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resource.data.uid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 //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immutable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&amp;&amp;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request.resource.data.keys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().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hasOnly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([...]);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allow delete: if false;  // soft-delete only — set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deletedAt</a:t>
            </a:r>
            <a:endParaRPr sz="11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Owner-only via isOwner(uid)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hasOnly() blocks smuggled fields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uid can never change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No hard deletes, ever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Deploy it: npx firebase-tools deploy --only firestore:rules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Document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docs/FIRESTORE-SCHEMA.md — so the next person (or next Claude session) knows the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7498079" cy="3291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100" b="1" dirty="0">
                <a:solidFill>
                  <a:srgbClr val="F59E0B"/>
                </a:solidFill>
                <a:latin typeface="Courier New"/>
              </a:rPr>
              <a:t>docs/FIRESTORE-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SCHEMA.md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  (append)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94A3B8"/>
                </a:solidFill>
                <a:latin typeface="Courier New"/>
              </a:rPr>
              <a:t>## `notes` collection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**Path:** /notes/{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noteId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   **Access:** owner-only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| Field          | Type      | Description            |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|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           | string    | Owner's Auth UID       |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| title          | string    | 1–200 chars            |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| body           | string    | up to 10 000 chars     |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| _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schemaVersion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| 1         | for lazy migration   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59E0B"/>
                </a:solidFill>
              </a:rPr>
              <a:t>Shortcut: the /firebase-collection skill does steps 1a–1d in one go — type, collection, rules, and 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mutation — a Server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Runs on the server, called like a function · the three-beat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0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/features/notes/actions/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notes.actions.ts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  (new)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'use server'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createNoteSchema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z.object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title: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z.string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().min(1).max(200),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body: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z.string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().max(10_000),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export async function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(input: unknown):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Promise&lt;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ActionResult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&lt;string&gt;&gt; 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session = await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requireAuth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              // beat 1: who?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parsed 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createNoteSchema.safeParse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(input) // beat 2: sane?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if (!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parsed.success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return { success: false, error: '…' }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ref = await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adminDb.collection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('notes').add({  // beat 3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...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parsed.data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: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session.uid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createdAt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: now,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updatedAt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: now, _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schemaVersion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: 1,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})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return { success: true, data: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ref.id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}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1 · requireAuth() — redirects if nobody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2 · Zod parse — nothing unvalidated touches the DB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3 · return ActionResult — never throw at the caller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form — a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Calls the Server Action like a normal async function · react-hook-form + zod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0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/features/notes/components/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CreateNoteForm.tsx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  (new)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'use client'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useForm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} from 'react-hook-form'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zodResolver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} from '@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hookform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/resolvers/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zod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import { toast } from '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sonner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} from '@/features/notes/actions/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notes.actions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createNoteFormSchema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z.object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title: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z.string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().min(1, 'Title is required').max(200),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body: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z.string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().max(10_000),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export function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CreateNoteForm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{ register,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handleSubmit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, reset,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formState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} 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useForm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(...)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onSubmit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= async (data) =&gt; 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const result = await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createNote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(data)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if (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result.success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) {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toast.success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('Note created'); reset() }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else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toast.error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result.error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?? 'Failed to create note')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react-hook-form + zod — same pattern as the sign-up form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onSubmit calls createNote(data) directly, no fetch needed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No manual refresh — NotesList's onSnapshot picks up the write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page — a Server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Scaffold with /new-page · pages stay thin, interactivity lives in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06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1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/app/(dashboard)/notes/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page.tsx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  (new)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import type { Metadata } from 'next'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requireAuth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} from '@/actions/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auth.actions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PageHeader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} from '@/components/layout/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PageHeader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CreateNoteForm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} from '@/features/notes/components/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CreateNoteForm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import {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NotesList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} from '@/features/notes/components/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NotesList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'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export const metadata: Metadata = { title: 'Notes' }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export default async function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NotesPage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await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requireAuth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  &lt;div 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className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="space-y-6"&gt;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    &lt;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PageHeader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title="Notes" description="Your personal notes" /&gt;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    &lt;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CreateNoteForm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/&gt;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    &lt;</a:t>
            </a:r>
            <a:r>
              <a:rPr lang="en-AU" sz="1200" dirty="0" err="1">
                <a:solidFill>
                  <a:srgbClr val="E2E8F0"/>
                </a:solidFill>
                <a:latin typeface="Courier New"/>
              </a:rPr>
              <a:t>NotesList</a:t>
            </a:r>
            <a:r>
              <a:rPr lang="en-AU" sz="1200" dirty="0">
                <a:solidFill>
                  <a:srgbClr val="E2E8F0"/>
                </a:solidFill>
                <a:latin typeface="Courier New"/>
              </a:rPr>
              <a:t> /&gt;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  &lt;/div&gt;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lang="en-AU" sz="12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No 'use client' — this renders on the server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requireAuth() gates it before any data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(dashboard) group = app shell + sidebar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live list — a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'use client' earns its place here: a real-time Firestore subscription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0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/features/notes/components/</a:t>
            </a:r>
            <a:r>
              <a:rPr sz="1000" b="1" dirty="0" err="1">
                <a:solidFill>
                  <a:srgbClr val="F59E0B"/>
                </a:solidFill>
                <a:latin typeface="Courier New"/>
              </a:rPr>
              <a:t>NotesList.tsx</a:t>
            </a:r>
            <a:r>
              <a:rPr sz="1000" b="1" dirty="0">
                <a:solidFill>
                  <a:srgbClr val="F59E0B"/>
                </a:solidFill>
                <a:latin typeface="Courier New"/>
              </a:rPr>
              <a:t>  (new)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'use client'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export function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NotesList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{ user } 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useAuth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const { data: notes, loading } =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useCollection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getNotesCollection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(),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where('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', '==', user?.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?? ''),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if (loading) return &lt;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LoadingSpinner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/&gt;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if (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notes.length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=== 0) return &lt;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EmptyState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title="No notes yet" /&gt;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&lt;ul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className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="space-y-2"&gt;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{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notes.map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((note) =&gt; (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  &lt;li key={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note.id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}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className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="rounded-lg border p-4"&gt;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    &lt;h3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className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="font-medium"&gt;{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note.title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}&lt;/h3&gt;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    &lt;p 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className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="text-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sm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 text-zinc-500"&gt;{</a:t>
            </a:r>
            <a:r>
              <a:rPr sz="1100" dirty="0" err="1">
                <a:solidFill>
                  <a:srgbClr val="E2E8F0"/>
                </a:solidFill>
                <a:latin typeface="Courier New"/>
              </a:rPr>
              <a:t>note.body</a:t>
            </a:r>
            <a:r>
              <a:rPr sz="1100" dirty="0">
                <a:solidFill>
                  <a:srgbClr val="E2E8F0"/>
                </a:solidFill>
                <a:latin typeface="Courier New"/>
              </a:rPr>
              <a:t>}&lt;/p&gt;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  &lt;/li&gt;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  ))}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  &lt;/ul&gt;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useCollection() → onSnapshot: UI updates live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Query filters by uid — and the rules enforce it anyway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Loading / empty states from shared 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Wire it into the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Two lines in the Sidebar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6868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100" b="1" dirty="0">
                <a:solidFill>
                  <a:srgbClr val="F59E0B"/>
                </a:solidFill>
                <a:latin typeface="Courier New"/>
              </a:rPr>
              <a:t>frontend/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/components/layout/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Sidebar.tsx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  (diff)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- import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LayoutDashboard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User, Settings } from '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lucide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-react'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+ import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LayoutDashboard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StickyNote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User, Settings } from '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lucide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-react'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const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navItems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= [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href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: '/dashboard', label: 'Dashboard', icon: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LayoutDashboard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},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+  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href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: '/notes',     label: 'Notes',     icon: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StickyNote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},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href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: '/profile',   label: 'Profile',   icon: User },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4D399"/>
                </a:solidFill>
              </a:rPr>
              <a:t>At this point the feature is usable: sign in → Notes in the sidebar → live, rules-protected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An API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Only when logic can't live in the frontend · /add-route scaffolds all of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100" b="1" dirty="0">
                <a:solidFill>
                  <a:srgbClr val="F59E0B"/>
                </a:solidFill>
                <a:latin typeface="Courier New"/>
              </a:rPr>
              <a:t>backend/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src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/routes/</a:t>
            </a:r>
            <a:r>
              <a:rPr sz="1100" b="1" dirty="0" err="1">
                <a:solidFill>
                  <a:srgbClr val="F59E0B"/>
                </a:solidFill>
                <a:latin typeface="Courier New"/>
              </a:rPr>
              <a:t>notes.ts</a:t>
            </a:r>
            <a:r>
              <a:rPr sz="1100" b="1" dirty="0">
                <a:solidFill>
                  <a:srgbClr val="F59E0B"/>
                </a:solidFill>
                <a:latin typeface="Courier New"/>
              </a:rPr>
              <a:t>  (new) — plus mount + tests</a:t>
            </a:r>
          </a:p>
          <a:p>
            <a:pPr>
              <a:spcAft>
                <a:spcPts val="100"/>
              </a:spcAft>
            </a:pPr>
            <a:r>
              <a:rPr sz="1200" dirty="0" err="1">
                <a:solidFill>
                  <a:srgbClr val="E2E8F0"/>
                </a:solidFill>
                <a:latin typeface="Courier New"/>
              </a:rPr>
              <a:t>router.post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('/', async (req, res, next) =&gt;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const { user } = req as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AuthenticatedRequest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const parsed =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createNoteSchema.safeParse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req.body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if (!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parsed.success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  return next(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HttpError.badRequest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('…'))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const ref =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adminDb.collection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('notes').doc()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await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ref.set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({ ...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parsed.data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uid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: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user.uid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                _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schemaVersion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: 1 })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res.status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(201).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json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({ id: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ref.id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})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} catch (err)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next(err)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Same shape as the Server Action: auth → validate → write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Errors via next(HttpError…) — never inline res.status(500)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Tests: 401 without token, 400 bad input, 201 happy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Verify —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Run /verify (or the commands below) · results from the actual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typecheck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both packages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lint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both packages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test  (backend)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9/9 — includes the conventions test on the new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test:component  (frontend)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9/9 — includes 3 new CreateNoteForm interaction tests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GET /notes without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307 → /auth/signin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GET /notes with session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Verify — the rules actually protect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Tested as real HTTP calls against a live Firebase project, with real user tokens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creates their own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Intruder creates a note pretending to be owner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reads their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Intruder reads the owner's note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hard-deletes (soft-delete only!)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Unauthenticated read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Replication commands are in the walkthrough appendix — try to break your own rules before an attacker does.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Ship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The loop closes the same way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31520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8016" rIns="182880" rtlCol="0" anchor="t"/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F59E0B"/>
                </a:solidFill>
                <a:latin typeface="Courier New"/>
              </a:rPr>
              <a:t>terminal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$ git commit -m "feat: add notes feature"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 ✔ conventional-commit · lint · placeholders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$ git commit -m "this is not conventional"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 ❌ rejected — Conventional Commits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•  </a:t>
            </a:r>
            <a:r>
              <a:rPr sz="1600" b="0">
                <a:solidFill>
                  <a:srgbClr val="334155"/>
                </a:solidFill>
              </a:rPr>
              <a:t>Then: open a PR to main, and before review ask Claude to run the security-reviewer agent over your staged changes.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Total for this feature: 9 frontend/rules/docs files + 3 optional backend files. All of it scaffoldable with skills — or copy-paste, see COPY-PASTE-FEATURE.md.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148840"/>
            <a:ext cx="14630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Define the data</a:t>
            </a:r>
            <a:r>
              <a:rPr sz="1700">
                <a:solidFill>
                  <a:srgbClr val="CBD5E1"/>
                </a:solidFill>
              </a:rPr>
              <a:t>  —  type · collection · rules · docs — or just /firebase-collection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Write the mutation</a:t>
            </a:r>
            <a:r>
              <a:rPr sz="1700">
                <a:solidFill>
                  <a:srgbClr val="CBD5E1"/>
                </a:solidFill>
              </a:rPr>
              <a:t>  —  requireAuth → Zod → ActionResult, every single time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Build the form</a:t>
            </a:r>
            <a:r>
              <a:rPr sz="1700">
                <a:solidFill>
                  <a:srgbClr val="CBD5E1"/>
                </a:solidFill>
              </a:rPr>
              <a:t>  —  react-hook-form + zod, calls the action directly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Show the data</a:t>
            </a:r>
            <a:r>
              <a:rPr sz="1700">
                <a:solidFill>
                  <a:srgbClr val="CBD5E1"/>
                </a:solidFill>
              </a:rPr>
              <a:t>  —  thin server page + small live client component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Verify</a:t>
            </a:r>
            <a:r>
              <a:rPr sz="1700">
                <a:solidFill>
                  <a:srgbClr val="CBD5E1"/>
                </a:solidFill>
              </a:rPr>
              <a:t>  —  gates green, and prove the rules deny what they should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Ship</a:t>
            </a:r>
            <a:r>
              <a:rPr sz="1700">
                <a:solidFill>
                  <a:srgbClr val="CBD5E1"/>
                </a:solidFill>
              </a:rPr>
              <a:t>  —  conventional commit → PR → security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Copy-paste version: docs/COPY-PASTE-FEATURE.md  ·  Full record: docs/TUTORIAL-WALKTHROUGH.md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2264</Words>
  <Application>Microsoft Macintosh PowerPoint</Application>
  <PresentationFormat>Widescreen</PresentationFormat>
  <Paragraphs>292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Alessio Bonti</cp:lastModifiedBy>
  <cp:revision>2</cp:revision>
  <dcterms:created xsi:type="dcterms:W3CDTF">2013-01-27T09:14:16Z</dcterms:created>
  <dcterms:modified xsi:type="dcterms:W3CDTF">2026-08-01T23:09:25Z</dcterms:modified>
  <cp:category/>
</cp:coreProperties>
</file>